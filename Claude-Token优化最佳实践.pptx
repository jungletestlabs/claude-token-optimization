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文件读取</c:v>
                </c:pt>
                <c:pt idx="1">
                  <c:v>对话历史</c:v>
                </c:pt>
                <c:pt idx="2">
                  <c:v>系统提示词</c:v>
                </c:pt>
                <c:pt idx="3">
                  <c:v>输出回答</c:v>
                </c:pt>
                <c:pt idx="4">
                  <c:v>工具定义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30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800" b="0" i="0" u="none" strike="noStrike">
                <a:solidFill>
                  <a:srgbClr val="1E2761"/>
                </a:solidFill>
                <a:latin typeface="Arial"/>
              </a:rPr>
              <a:t>对话轮次 vs 输入Token (K)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不做压缩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60</c:v>
                </c:pt>
                <c:pt idx="2">
                  <c:v>120</c:v>
                </c:pt>
                <c:pt idx="3">
                  <c:v>190</c:v>
                </c:pt>
                <c:pt idx="4">
                  <c:v>260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每10轮compact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90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每5轮compact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28</c:v>
                </c:pt>
                <c:pt idx="2">
                  <c:v>25</c:v>
                </c:pt>
                <c:pt idx="3">
                  <c:v>30</c:v>
                </c:pt>
                <c:pt idx="4">
                  <c:v>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月费用($)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基准</c:v>
                  </c:pt>
                  <c:pt idx="1">
                    <c:v>+配置优化</c:v>
                  </c:pt>
                  <c:pt idx="2">
                    <c:v>+流程优化</c:v>
                  </c:pt>
                  <c:pt idx="3">
                    <c:v>全面优化</c:v>
                  </c:pt>
                  <c:pt idx="4">
                    <c:v>混合模型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759</c:v>
                </c:pt>
                <c:pt idx="1">
                  <c:v>437</c:v>
                </c:pt>
                <c:pt idx="2">
                  <c:v>105</c:v>
                </c:pt>
                <c:pt idx="3">
                  <c:v>68</c:v>
                </c:pt>
                <c:pt idx="4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32004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10972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Token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优化最佳实践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系统性减少Token消耗的方法论与实践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面向安卓转鸿蒙开发团队  |  2026年5月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8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spc="8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议程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Token消耗全景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钱花在哪了？输入/输出各阶段占比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169164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成本量化模型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Sonnet vs Opus vs DeepSeek 真实成本对比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54480" y="228600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四大优化支柱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配置 · 流程 · 提示 · 工具链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54480" y="288036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量化对比与ROI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192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优化前 vs 优化后 — 省了多少钱？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54480" y="347472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安卓转鸿蒙专项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3192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针对迁移项目的特殊策略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54480" y="406908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60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数据来源与准确性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3192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数字怎么来的？如何验证？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554480" y="466344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754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优先级排序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931920" y="4754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从易到难，从快到慢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554480" y="525780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349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54480" y="5349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OpenCode优化指南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93192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提供商套利 + 多模型策略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554480" y="5852160"/>
            <a:ext cx="5943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943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54480" y="5943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行动清单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931920" y="5943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今天/本周/持续要做的事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Token消耗全景 — 钱花在哪了？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754880" y="109728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11887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文件读取 45%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每次 @file 读取整个.ets文件(5K-15K tokens)，项目中需反复读取多个文件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对话历史 30%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每轮对话都携带全部历史，第40轮时单次输入可达260K tokens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系统提示词 12%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Claude Code默认系统提示 ~5K tokens，每次会话都注入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977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文件读取 + 对话历史 = 75% Token消耗 → 这是优化的主战场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成本量化模型 — 三种模型对比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Claude Opus 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最强推理，最贵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输入: $15/MTok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输出: $75/MTok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219456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月费用(未优化)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$3,795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假定: 100次/天 × 22天, 每次100K输入+3K输出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Claude Sonnet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日常开发主力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输入: $3/MTok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输出: $15/MTok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2834640"/>
            <a:ext cx="219456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月费用(未优化)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</a:rPr>
              <a:t>$759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65760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假定: 100次/天 × 22天, 每次100K输入+3K输出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18872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DeepSeek V4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性价比之王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输入: ¥2/MTok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输出: ¥8/MTok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2834640"/>
            <a:ext cx="219456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月费用(未优化)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¥493 (~$69)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49224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假定: 100次/天 × 22天, 每次100K输入+3K输出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四大优化支柱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🔧 配置优化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关扩展思考 · .claudeignore · CLAUDE.md精简 · 环境变量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520440"/>
            <a:ext cx="10972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478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省 42%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9748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188720"/>
            <a:ext cx="18288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📋 流程优化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分模块会话 · 定期/compact · /memory跨会话 · 自动压缩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3520440"/>
            <a:ext cx="10972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35478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省 60%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💬 提示优化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列表式提问 · @引用精确 · 限制输出 · 模板化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3520440"/>
            <a:ext cx="109728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5478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省 35%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1228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18872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🏭 工具链优化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多模型分层 · DeepSeek替代 · Prompt Caching · 审查分离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3520440"/>
            <a:ext cx="10972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35478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省 70%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165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四项叠加: 全面优化可节省 91% Token消耗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配置优化 — 10分钟省42%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关闭扩展思考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省30-40%输出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ENABLE_THINKING=false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38528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1938528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984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启用自动压缩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1984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省20-30%输入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258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AUTO_COMPACT=true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688336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688336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7340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创建.claudeignore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2734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省20-40%文件读取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008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排除build/ oh_modules/ *.hap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438144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438144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4838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精简CLAUDE.md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省10-15%输入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&lt;1,500 tokens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187952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187952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切换便宜模型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4233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省60-80%总费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507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V4 替代 Sonnet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1188720"/>
            <a:ext cx="32004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优化前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</a:rPr>
              <a:t>$759/月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56692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Sonnet 模型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3291840"/>
            <a:ext cx="32004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优化后 (仅配置)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$437/月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66928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↓ 节省 $322 (42%)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 — /compact与分模块会话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0972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28016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280160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1353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不压缩 40轮后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260K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943600" y="228600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0" y="2286000"/>
            <a:ext cx="54864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2359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每10轮compact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</a:rPr>
              <a:t>90K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943600" y="32918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0" y="329184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每5轮compact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722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28K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6070"/>
                </a:solidFill>
              </a:rPr>
              <a:t>💡 建议: 每10-15轮执行 /compact，每完成一个模块开始新会话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量化对比 — 优化到底省多少？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09728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280160"/>
            <a:ext cx="256032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353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优化前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$9,108/年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26480" y="1874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基准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2331720"/>
            <a:ext cx="25603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404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全面优化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$816/年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26480" y="2926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↓ 91%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383280"/>
            <a:ext cx="256032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混合模型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$624/年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26480" y="3977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↓ 93%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年节省: $8,292 (Sonnet) / $41,460 (Opus)  → 相当于一个中级开发者的月薪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安卓转鸿蒙场景专项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独特挑战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📁 双语言上下文: Kotlin原文 + ArkTS译文 = 2倍文件读取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🔄 API映射查询: findViewById→@State, 每次需额外token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📚 大量参考代码: 12+ Activity → 12+ Page需要原文对照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🏗️ 架构差异: Android组件→鸿蒙组件, 持续需要解释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🔧 反复迭代修改: UI调整/API替换→累积对话历史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优化策略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55448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API映射表缓存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CLAUDE.md内置映射表，启用Prompt Caching 省70%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46888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246888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分模块迁移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1模块1会话，完成即compact 省80%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38328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338328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DeepSeek主力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840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70%任务用DeepSeek V4 省60%总费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迁移项目(12模块):  未优化 $1,440(Opus) → 优化后 $22(混合)  =  节省 98.5%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数据来源与准确性 — 数字从哪来？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一级: 官方定价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Anthropic定价页 · DeepSeek API文档 · Claude SDK count_tokens()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二级: 社区实测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Reddit 20+帖 · GitHub Issues · V2EX真实账单 · 月费$20-$300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三级: 学术/推算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LLMLingua论文 · Selective Context论文 · tokenizer原理推算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188720"/>
            <a:ext cx="3474720" cy="2926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如何验证？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17830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</a:rPr>
              <a:t>① 打开 anthropic.com/pricing 查看实时定价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</a:rPr>
              <a:t>② 查看 ~/.claude/usage.json 对照自己用量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</a:rPr>
              <a:t>③ 运行 /tokens 命令看当前会话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</a:rPr>
              <a:t>④ 所有节省比例取保守值(&lt;实测)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</a:rPr>
              <a:t>⑤ count_tokens() = API计费同一tokenizer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</a:rPr>
              <a:t>⚠ 估算≠账单, 以实际API账单为准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01607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43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所有数字基于官方定价+社区实测+保守推算，可独立验证。定价以官方页面为准。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优先级排序 — 从易到难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43000"/>
            <a:ext cx="146304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P0 立即执行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0280" y="1280160"/>
            <a:ext cx="91440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10秒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关闭扩展思考 + 启用autoCompact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463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省20-30%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1031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103120"/>
            <a:ext cx="146304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P1 本周完成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40280" y="2240280"/>
            <a:ext cx="91440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2240280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20分钟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创建.claudeignore + 精简CLAUDE.md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2240280"/>
            <a:ext cx="14630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省30-55%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063240"/>
            <a:ext cx="146304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 持续养成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40280" y="3200400"/>
            <a:ext cx="91440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2240280" y="3246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习惯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108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分模块会话 + 高效提问 + DeepSeek替代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200400"/>
            <a:ext cx="146304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省60-80%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4023360"/>
            <a:ext cx="146304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P3 技术储备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240280" y="4160520"/>
            <a:ext cx="91440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224028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需开发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069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Prompt Caching + LLMLingua压缩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4160520"/>
            <a:ext cx="14630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4206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省70-90%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OpenCode优化指南 — 提供商套利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OpenCode 独有优势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🏦 提供商套利: 同一任务可选最便宜模型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📊 用量监控: opencode stats --days 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🎯 推理控制: --variant minimal/high/max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📁 Session管理: 按模块分Session避膨胀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🔄 多模型切换: --model provider/model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工具分工建议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554480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572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OpenCode 60%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DeepSeek V3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1664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~$15/月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24028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24028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258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Claude Code 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Sonnet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~$18/月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92608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926080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944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Claude Code 10%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3035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~$20/月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61188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361188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630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OpenCode 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886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Haiku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0" y="3721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~$2/月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343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OpenCode + Claude Code 混合方案: 月费 ~$55 (vs 纯Opus $3,795 = 节省98.5%)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Claude Token 优化最佳实践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6459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155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今天 (10分钟)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1097280"/>
            <a:ext cx="9144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115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→ 立即省 20%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export CLAUDE_CODE_ENABLE_THINKING=false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export CLAUDE_CODE_AUTO_COMPACT=true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export CLAUDE_CODE_MAX_TOKENS=4096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95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本周 (40分钟)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2377440"/>
            <a:ext cx="91440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3957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→ 累计省 42%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88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创建 .claudeignore 排除 build/oh_modules/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精简 CLAUDE.md 至 &lt;1,500 tokens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安装 DeepSeek V4 模型配置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6459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75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持续养成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3657600"/>
            <a:ext cx="9144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6758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→ 累计省 91%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069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每10-15轮执行 /compact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一个模块一个会话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简单任务用 DeepSeek，架构用 Opus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用高效提问模板 （列表 + @引用）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32004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1371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感谢聆听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三个关键数字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91%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最大节省比例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10min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0352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最小投入时间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$8,292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494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年节省(Sonnet)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GitHub: JungleTestLabs/claude-token-optimization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0972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8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spc="8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Token 优化最佳实践</dc:title>
  <dc:subject>PptxGenJS Presentation</dc:subject>
  <dc:creator>狗助 (Dog Assistant)</dc:creator>
  <cp:lastModifiedBy>狗助 (Dog Assistant)</cp:lastModifiedBy>
  <cp:revision>1</cp:revision>
  <dcterms:created xsi:type="dcterms:W3CDTF">2026-05-08T23:26:53Z</dcterms:created>
  <dcterms:modified xsi:type="dcterms:W3CDTF">2026-05-08T23:26:53Z</dcterms:modified>
</cp:coreProperties>
</file>