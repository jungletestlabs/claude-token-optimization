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四大任务特征 × 针对性优化策略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数据来源与准确性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数字怎么来的？如何验证？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54480" y="46634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5448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优先级排序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931920" y="4754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从易到难，从快到慢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54480" y="52578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349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OpenCode优化指南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3192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提供商套利 + 多模型策略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54480" y="58521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436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54480" y="5943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1920" y="5943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安卓转鸿蒙专项 — 四大任务特征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📖 读多写少 (Input 90% vs Output 10%)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迁移需完整理解源文件逻辑(50K/r)&lt;br/&gt;但输出仅翻译后的代码(3K/r)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347472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方法级引用 + /memory保存分析&lt;br/&gt;节省: 读token ↓60-80%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🔄 对照翻译 (双文件上下文)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Kotlin原文 + ArkTS译文 = 2倍读取&lt;br/&gt;12个模块重复读取相同源文件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2057400"/>
            <a:ext cx="3474720" cy="320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Prompt Caching 缓存源文件&lt;br/&gt;节省: 跨模块读取 ↓87%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5176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🔁 增量迭代 (编译→修复循环)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每模块20-30轮迭代,每次累积历史&lt;br/&gt;编译错误全文发送(浪费80%)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3474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错误批处理+DeepSeek修&lt;br/&gt;节省: 编译修复 ↓84%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65176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📋 API映射 (重复查询开销)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12模块×5次API查询×1K/次&lt;br/&gt;= 60K token隐性浪费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CLAUDE.md内置映射表+缓存&lt;br/&gt;节省: API查询 ↓94%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12模块迁移: 未优化$1,440(纯Opus) → 混合模型+特征优化 $3.50 = 节省99.76%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数据来源与准确性 — 数字从哪来？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一级: 官方定价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Anthropic定价页 · DeepSeek API文档 · Claude SDK count_tokens()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二级: 社区实测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Reddit 20+帖 · GitHub Issues · V2EX真实账单 · 月费$20-$300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1752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三级: 学术/推算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LLMLingua论文 · Selective Context论文 · tokenizer原理推算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1188720"/>
            <a:ext cx="3474720" cy="2926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如何验证？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① 打开 anthropic.com/pricing 查看实时定价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② 查看 ~/.claude/usage.json 对照自己用量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③ 运行 /tokens 命令看当前会话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④ 所有节省比例取保守值(&lt;实测)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⑤ count_tokens() = API计费同一tokenizer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⚠ 估算≠账单, 以实际API账单为准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01607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所有数字基于官方定价+社区实测+保守推算，可独立验证。定价以官方页面为准。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优先级排序 — 从易到难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43000"/>
            <a:ext cx="146304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P0 立即执行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128016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10秒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188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关闭扩展思考 + 启用autoCompact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省20-30%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03120"/>
            <a:ext cx="146304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 本周完成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224028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22402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20分钟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创建.claudeignore + 精简CLAUDE.md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224028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省30-55%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063240"/>
            <a:ext cx="1463040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 持续养成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320040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32461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习惯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分模块会话 + 高效提问 + DeepSeek替代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20040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46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省60-80%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023360"/>
            <a:ext cx="1463040" cy="822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 技术储备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240280" y="416052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2240280" y="4206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需开发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9184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Prompt Caching + LLMLingua压缩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0" y="4160520"/>
            <a:ext cx="1463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206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省70-90%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OpenCode优化指南 — 提供商套利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OpenCode 独有优势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🏦 提供商套利: 同一任务可选最便宜模型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📊 用量监控: opencode stats --days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🎯 推理控制: --variant minimal/high/max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📁 Session管理: 按模块分Session避膨胀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🔄 多模型切换: --model provider/model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工具分工建议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60%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DeepSeek V3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~$15/月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402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22402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2585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25%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Sonnet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23500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~$18/月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944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10%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3200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Opus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~$20/月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0" y="36118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3611880"/>
            <a:ext cx="54864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6301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Haiku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37216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~$2/月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OpenCode + Claude Code 混合方案: 月费 ~$55 (vs 纯Opus $3,795 = 节省98.5%)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164592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155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今天 (10分钟)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097280"/>
            <a:ext cx="91440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508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164592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957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本周 (40分钟)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2377440"/>
            <a:ext cx="91440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3957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2788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64592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758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持续养成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3657600"/>
            <a:ext cx="91440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67588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69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2026-05-09T00:44:03Z</dcterms:created>
  <dcterms:modified xsi:type="dcterms:W3CDTF">2026-05-09T00:44:03Z</dcterms:modified>
</cp:coreProperties>
</file>