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bubble3D val="0"/>
            <c:spPr>
              <a:solidFill>
                <a:srgbClr val="64748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文件读取</c:v>
                </c:pt>
                <c:pt idx="1">
                  <c:v>对话历史</c:v>
                </c:pt>
                <c:pt idx="2">
                  <c:v>系统提示词</c:v>
                </c:pt>
                <c:pt idx="3">
                  <c:v>输出回答</c:v>
                </c:pt>
                <c:pt idx="4">
                  <c:v>工具定义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45</c:v>
                </c:pt>
                <c:pt idx="1">
                  <c:v>30</c:v>
                </c:pt>
                <c:pt idx="2">
                  <c:v>12</c:v>
                </c:pt>
                <c:pt idx="3">
                  <c:v>8</c:v>
                </c:pt>
                <c:pt idx="4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800" b="0" i="0" u="none" strike="noStrike">
                <a:solidFill>
                  <a:srgbClr val="1E2761"/>
                </a:solidFill>
                <a:latin typeface="Arial"/>
              </a:rPr>
              <a:t>对话轮次 vs 输入Token (K)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不做压缩</c:v>
                </c:pt>
              </c:strCache>
            </c:strRef>
          </c:tx>
          <c:spPr>
            <a:solidFill>
              <a:srgbClr val="DC2626"/>
            </a:solidFill>
            <a:ln w="3175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</c:v>
                </c:pt>
                <c:pt idx="1">
                  <c:v>60</c:v>
                </c:pt>
                <c:pt idx="2">
                  <c:v>120</c:v>
                </c:pt>
                <c:pt idx="3">
                  <c:v>190</c:v>
                </c:pt>
                <c:pt idx="4">
                  <c:v>260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每10轮compact</c:v>
                </c:pt>
              </c:strCache>
            </c:strRef>
          </c:tx>
          <c:spPr>
            <a:solidFill>
              <a:srgbClr val="EA580C"/>
            </a:solidFill>
            <a:ln w="31750" cap="flat">
              <a:solidFill>
                <a:srgbClr val="EA58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A580C"/>
              </a:solidFill>
              <a:ln w="9525" cap="flat">
                <a:solidFill>
                  <a:srgbClr val="EA58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</c:v>
                </c:pt>
                <c:pt idx="1">
                  <c:v>60</c:v>
                </c:pt>
                <c:pt idx="2">
                  <c:v>70</c:v>
                </c:pt>
                <c:pt idx="3">
                  <c:v>60</c:v>
                </c:pt>
                <c:pt idx="4">
                  <c:v>90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每5轮compact</c:v>
                </c:pt>
              </c:strCache>
            </c:strRef>
          </c:tx>
          <c:spPr>
            <a:solidFill>
              <a:srgbClr val="028090"/>
            </a:solidFill>
            <a:ln w="3175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28</c:v>
                </c:pt>
                <c:pt idx="2">
                  <c:v>25</c:v>
                </c:pt>
                <c:pt idx="3">
                  <c:v>30</c:v>
                </c:pt>
                <c:pt idx="4">
                  <c:v>28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月费用($)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基准</c:v>
                  </c:pt>
                  <c:pt idx="1">
                    <c:v>+配置优化</c:v>
                  </c:pt>
                  <c:pt idx="2">
                    <c:v>+流程优化</c:v>
                  </c:pt>
                  <c:pt idx="3">
                    <c:v>全面优化</c:v>
                  </c:pt>
                  <c:pt idx="4">
                    <c:v>混合模型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759</c:v>
                </c:pt>
                <c:pt idx="1">
                  <c:v>437</c:v>
                </c:pt>
                <c:pt idx="2">
                  <c:v>105</c:v>
                </c:pt>
                <c:pt idx="3">
                  <c:v>68</c:v>
                </c:pt>
                <c:pt idx="4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09728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Token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优化最佳实践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0" y="2743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系统性减少Token消耗的方法论与实践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面向安卓转鸿蒙开发团队  |  2026年5月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议程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1188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Token消耗全景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93192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钱花在哪了？输入/输出各阶段占比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69164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30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1783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成本量化模型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93192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Sonnet vs Opus vs DeepSeek 真实成本对比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54480" y="228600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377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2377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四大优化支柱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931920" y="23774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配置 · 流程 · 提示 · 工具链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54480" y="288036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971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2971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量化对比与ROI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93192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优化前 vs 优化后 — 省了多少钱？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54480" y="347472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5661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54480" y="3566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安卓转鸿蒙专项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931920" y="3566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四大任务特征 × 针对性优化策略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54480" y="406908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1605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554480" y="4160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数据来源与准确性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931920" y="4160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数字怎么来的？如何验证？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54480" y="466344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7548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07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55448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优先级排序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931920" y="4754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从易到难，从快到慢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554480" y="525780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5349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08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554480" y="5349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OpenCode优化指南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3931920" y="5349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提供商套利 + 多模型策略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554480" y="585216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9436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09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554480" y="5943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行动清单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3931920" y="5943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今天/本周/持续要做的事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1554480" y="644652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65379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10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554480" y="6537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Token监控工具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3931920" y="6537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度量才能优化 — 四层工具体系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Token消耗全景 — 钱花在哪了？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754880" y="1097280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118872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文件读取 45%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每次 @file 读取整个.ets文件(5K-15K tokens)，项目中需反复读取多个文件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对话历史 30%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每轮对话都携带全部历史，第40轮时单次输入可达260K tokens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</a:rPr>
              <a:t>系统提示词 12%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Claude Code默认系统提示 ~5K tokens，每次会话都注入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39776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文件读取 + 对话历史 = 75% Token消耗 → 这是优化的主战场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成本量化模型 — 三种模型对比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25603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Claude Opus 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最强推理，最贵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$15/MTok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$75/MTok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</a:rPr>
              <a:t>$3,795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296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472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0" y="1188720"/>
            <a:ext cx="25603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Claude Sonnet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5760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日常开发主力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$3/MTok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$15/MTok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580C"/>
                </a:solidFill>
              </a:rPr>
              <a:t>$759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365760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30936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09360" y="1188720"/>
            <a:ext cx="25603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DeepSeek V4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9224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性价比之王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9224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¥2/MTok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¥8/MTok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9224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9224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9669"/>
                </a:solidFill>
              </a:rPr>
              <a:t>¥493 (~$69)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649224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四大优化支柱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18288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🔧 配置优化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关扩展思考 · .claudeignore · CLAUDE.md精简 · 环境变量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05840" y="3520440"/>
            <a:ext cx="109728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42%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6974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97480" y="1188720"/>
            <a:ext cx="182880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28346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📋 流程优化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346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分模块会话 · 定期/compact · /memory跨会话 · 自动压缩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63240" y="3520440"/>
            <a:ext cx="1097280" cy="4572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30632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60%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💬 提示优化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920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列表式提问 · @引用精确 · 限制输出 · 模板化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3520440"/>
            <a:ext cx="1097280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35%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8122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12280" y="118872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🏭 工具链优化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494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多模型分层 · DeepSeek替代 · Prompt Caching · 审查分离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8040" y="3520440"/>
            <a:ext cx="1097280" cy="457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71780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70%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40080" y="4389120"/>
            <a:ext cx="786384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1655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四项叠加: 全面优化可节省 91% Token消耗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配置优化 — 10分钟省42%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2344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关闭扩展思考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12344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省30-40%输出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15087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ENABLE_THINKING=false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938528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1938528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1984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启用自动压缩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19842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省20-30%输入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22585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AUTO_COMPACT=true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2688336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2688336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27340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创建.claudeignore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60320" y="2734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省20-40%文件读取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300837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排除build/ oh_modules/ *.hap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438144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3438144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34838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精简CLAUDE.md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34838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省10-15%输入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68680" y="375818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&lt;1,500 tokens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187952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4187952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42336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切换便宜模型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60320" y="42336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省60-80%总费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8680" y="450799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V4 替代 Sonnet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0" y="1188720"/>
            <a:ext cx="3200400" cy="18288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0" y="1280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优化前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0" y="1645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</a:rPr>
              <a:t>$759/月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56692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Sonnet 模型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0" y="3291840"/>
            <a:ext cx="3200400" cy="18288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优化后 (仅配置)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$437/月</a:t>
            </a:r>
            <a:endParaRPr lang="en-US" sz="3600" dirty="0"/>
          </a:p>
        </p:txBody>
      </p:sp>
      <p:sp>
        <p:nvSpPr>
          <p:cNvPr id="39" name="Text 37"/>
          <p:cNvSpPr/>
          <p:nvPr/>
        </p:nvSpPr>
        <p:spPr>
          <a:xfrm>
            <a:off x="566928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节省 $322 (42%)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上下文管理 — /compact与分模块会话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09728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943600" y="1280160"/>
            <a:ext cx="54864" cy="7772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7"/>
          <p:cNvSpPr/>
          <p:nvPr/>
        </p:nvSpPr>
        <p:spPr>
          <a:xfrm>
            <a:off x="6172200" y="1353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不压缩 40轮后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7220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260K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943600" y="228600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943600" y="2286000"/>
            <a:ext cx="54864" cy="7772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2359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每10轮compact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172200" y="2606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580C"/>
                </a:solidFill>
              </a:rPr>
              <a:t>90K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943600" y="329184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943600" y="3291840"/>
            <a:ext cx="54864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6172200" y="3364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每5轮compact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72200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</a:rPr>
              <a:t>28K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16070"/>
                </a:solidFill>
              </a:rPr>
              <a:t>💡 建议: 每10-15轮执行 /compact，每完成一个模块开始新会话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量化对比 — 优化到底省多少？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097280"/>
          <a:ext cx="50292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2560320" cy="8686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6126480" y="13533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优化前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26480" y="1554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$9,108/年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126480" y="18745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基准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2331720"/>
            <a:ext cx="2560320" cy="868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24048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全面优化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$816/年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126480" y="29260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91%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0" y="3383280"/>
            <a:ext cx="2560320" cy="868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4"/>
          <p:cNvSpPr/>
          <p:nvPr/>
        </p:nvSpPr>
        <p:spPr>
          <a:xfrm>
            <a:off x="6126480" y="3456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混合模型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12648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$624/年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126480" y="3977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93%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40080" y="438912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年节省: $8,292 (Sonnet) / $41,460 (Opus)  → 相当于一个中级开发者的月薪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安卓转鸿蒙专项 — 四大任务特征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097280"/>
            <a:ext cx="54864" cy="13716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1704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📖 读多写少 (Input 90% vs Output 10%)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迁移需完整理解源文件逻辑(50K/r)&lt;br/&gt;但输出仅翻译后的代码(3K/r)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22960" y="2057400"/>
            <a:ext cx="347472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方法级引用 + /memory保存分析&lt;br/&gt;节省: 读token ↓60-80%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97280"/>
            <a:ext cx="54864" cy="13716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1704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🔄 对照翻译 (双文件上下文)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Kotlin原文 + ArkTS译文 = 2倍读取&lt;br/&gt;12个模块重复读取相同源文件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37760" y="2057400"/>
            <a:ext cx="3474720" cy="3200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Prompt Caching 缓存源文件&lt;br/&gt;节省: 跨模块读取 ↓87%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26517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651760"/>
            <a:ext cx="54864" cy="13716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27249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🔁 增量迭代 (编译→修复循环)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每模块20-30轮迭代,每次累积历史&lt;br/&gt;编译错误全文发送(浪费80%)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22960" y="3611880"/>
            <a:ext cx="3474720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错误批处理+DeepSeek修&lt;br/&gt;节省: 编译修复 ↓84%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26517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651760"/>
            <a:ext cx="54864" cy="13716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7249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📋 API映射 (重复查询开销)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12模块×5次API查询×1K/次&lt;br/&gt;= 60K token隐性浪费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37760" y="3611880"/>
            <a:ext cx="3474720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CLAUDE.md内置映射表+缓存&lt;br/&gt;节省: API查询 ↓94%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" y="4297680"/>
            <a:ext cx="7863840" cy="594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343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12模块迁移: 未优化$1,440(纯Opus) → 混合模型+特征优化 $3.50 = 节省99.76%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数据来源与准确性 — 数字从哪来？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54864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一级: 官方定价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Anthropic定价页 · DeepSeek API文档 · Claude SDK count_tokens()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1031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103120"/>
            <a:ext cx="54864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二级: 社区实测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Reddit 20+帖 · GitHub Issues · V2EX真实账单 · 月费$20-$300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0175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1752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三级: 学术/推算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LLMLingua论文 · Selective Context论文 · tokenizer原理推算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0" y="1188720"/>
            <a:ext cx="3474720" cy="2926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🔍 如何验证？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178308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① 打开 anthropic.com/pricing 查看实时定价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② 查看 ~/.claude/usage.json 对照自己用量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③ 运行 /tokens 命令看当前会话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④ 所有节省比例取保守值(&lt;实测)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⑤ count_tokens() = API计费同一tokenizer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⚠ 估算≠账单, 以实际API账单为准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97680"/>
            <a:ext cx="7863840" cy="502920"/>
          </a:xfrm>
          <a:prstGeom prst="rect">
            <a:avLst/>
          </a:prstGeom>
          <a:solidFill>
            <a:srgbClr val="016070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3434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所有数字基于官方定价+社区实测+保守推算，可独立验证。定价以官方页面为准。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优先级排序 — 从易到难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43000"/>
            <a:ext cx="1463040" cy="8229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25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P0 立即执行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40280" y="128016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10秒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1188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关闭扩展思考 + 启用autoCompact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0" y="1280160"/>
            <a:ext cx="146304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0" y="1325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省20-30%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10312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103120"/>
            <a:ext cx="1463040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P1 本周完成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40280" y="224028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2240280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20分钟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918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创建.claudeignore + 精简CLAUDE.md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0" y="2240280"/>
            <a:ext cx="14630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2286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省30-55%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06324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063240"/>
            <a:ext cx="1463040" cy="8229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246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P2 持续养成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240280" y="320040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5"/>
          <p:cNvSpPr/>
          <p:nvPr/>
        </p:nvSpPr>
        <p:spPr>
          <a:xfrm>
            <a:off x="2240280" y="32461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习惯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分模块会话 + 高效提问 + DeepSeek替代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0" y="3200400"/>
            <a:ext cx="146304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0" y="3246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省60-80%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02336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" y="4023360"/>
            <a:ext cx="1463040" cy="82296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P3 技术储备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240280" y="416052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Text 33"/>
          <p:cNvSpPr/>
          <p:nvPr/>
        </p:nvSpPr>
        <p:spPr>
          <a:xfrm>
            <a:off x="2240280" y="42062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需开发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291840" y="4069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Prompt Caching + LLMLingua压缩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858000" y="4160520"/>
            <a:ext cx="1463040" cy="5029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0" y="42062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省70-90%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OpenCode优化指南 — 提供商套利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097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OpenCode 独有优势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🏦 提供商套利: 同一任务可选最便宜模型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📊 用量监控: opencode stats --days 7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🎯 推理控制: --variant minimal/high/max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📁 Session管理: 按模块分Session避膨胀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🔄 多模型切换: --model provider/model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097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工具分工建议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0" y="1554480"/>
            <a:ext cx="54864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0" y="15727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OpenCode 60%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1208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DeepSeek V3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0" y="16642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~$15/月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0" y="22402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0" y="2240280"/>
            <a:ext cx="54864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22585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Claude Code 25%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12080" y="25146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Sonnet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32320" y="23500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7706"/>
                </a:solidFill>
              </a:rPr>
              <a:t>~$18/月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0" y="29260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2926080"/>
            <a:ext cx="54864" cy="5486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5212080" y="29443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Claude Code 10%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12080" y="32004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Opus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0" y="30358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~$20/月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0" y="36118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0" y="3611880"/>
            <a:ext cx="54864" cy="548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5212080" y="36301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OpenCode 5%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12080" y="38862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Haiku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32320" y="37216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~$2/月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43434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OpenCode + Claude Code 混合方案: 月费 ~$55 (vs 纯Opus $3,795 = 节省98.5%)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Token监控与对比工具 — 度量才能优化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097280"/>
            <a:ext cx="54864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188720"/>
            <a:ext cx="146304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2344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🟢 即时查看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1234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66160" y="11430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/tokens + /cost + opencode stats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196596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1965960"/>
            <a:ext cx="54864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2057400"/>
            <a:ext cx="14630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103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🟡 会话分析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21031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5分钟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20116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cc-cost 费用拆解 + ttok 预估 + usage.json 分析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283464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83464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2926080"/>
            <a:ext cx="146304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🟠 持续监控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6888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30分钟部署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66160" y="2880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Langfuse 仪表盘 + LiteLLM Proxy 网关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70332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3703320"/>
            <a:ext cx="54864" cy="7315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Shape 25"/>
          <p:cNvSpPr/>
          <p:nvPr/>
        </p:nvSpPr>
        <p:spPr>
          <a:xfrm>
            <a:off x="822960" y="3794760"/>
            <a:ext cx="1463040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840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🔴 A/B对比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68880" y="3840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1小时搭建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自定义回放脚本 + tokencost 基准测试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160520"/>
            <a:ext cx="7863840" cy="6858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2062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核心指标: Token效率(行/token) | 单模块成本 | 优化节省率 | 误修复率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44805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P0: 每次用 /tokens看消耗 → P1: cc-cost拆解费用 → P2: 部署Langfuse团队监控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1645920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1155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今天 (10分钟)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589520" y="1097280"/>
            <a:ext cx="914400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11155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→ 立即省 20%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15087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CLAUDE_CODE_ENABLE_THINKING=false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CLAUDE_CODE_AUTO_COMPACT=true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CLAUDE_CODE_MAX_TOKENS=4096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1645920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9572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本周 (40分钟)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0" y="2377440"/>
            <a:ext cx="914400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3957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→ 累计省 42%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27889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创建 .claudeignore 排除 build/oh_modules/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精简 CLAUDE.md 至 &lt;1,500 tokens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安装 DeepSeek V4 模型配置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645920" cy="365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6758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持续养成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0" y="3657600"/>
            <a:ext cx="914400" cy="365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367588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→ 累计省 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40690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每10-15轮执行 /compact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一个模块一个会话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简单任务用 DeepSeek，架构用 Opus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用高效提问模板 （列表 + @引用）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3716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感谢聆听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三个关键数字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91%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最大节省比例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10min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30352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最小投入时间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4944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$8,292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94944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年节省(Sonnet)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4389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GitHub: JungleTestLabs/claude-token-optimization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109728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Token 优化最佳实践</dc:title>
  <dc:subject>PptxGenJS Presentation</dc:subject>
  <dc:creator>狗助 (Dog Assistant)</dc:creator>
  <cp:lastModifiedBy>狗助 (Dog Assistant)</cp:lastModifiedBy>
  <cp:revision>1</cp:revision>
  <dcterms:created xsi:type="dcterms:W3CDTF">2026-05-09T01:42:31Z</dcterms:created>
  <dcterms:modified xsi:type="dcterms:W3CDTF">2026-05-09T01:42:31Z</dcterms:modified>
</cp:coreProperties>
</file>